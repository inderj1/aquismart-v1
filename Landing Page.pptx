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257" r:id="rId5"/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25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FF449-FA18-9A99-A58C-B23602BE9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47D2B4-1AB4-EEDF-9921-906F5209B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480A0-5351-7F02-7075-A3C8DAE33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2BA3-316F-4934-B517-701977D184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C079B-AD75-6736-57C1-C3AB8751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2A1AC-217B-EC9E-206E-4CC89BCAC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296C-A6B1-42D7-B063-836327D89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36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C9FA1-E9D0-E9E1-C061-7161416FB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FCF21-0F39-9909-0925-6FD654115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C43A1-EDC2-F14F-0BD8-311EEEDE9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2BA3-316F-4934-B517-701977D184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2179A-E6A2-95AF-F8CD-A24573C94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A7564-19CE-BAA1-87DB-1BFCC8C1C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296C-A6B1-42D7-B063-836327D89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25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352AE-A2AE-B3F7-5E61-E62FA9F7B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115FA-DE3B-7428-378C-9CA60EE43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D77FD-8830-A185-92DB-EFA136765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2BA3-316F-4934-B517-701977D184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857FF-268F-2BA5-49D1-76E28A2B4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21234-E5B5-21D5-18F0-0E3BE05E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296C-A6B1-42D7-B063-836327D89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05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569E9-CB42-515D-6D2C-A24B908E6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2E2DB-3B06-0C94-3202-EAD5150763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9B221-4CCE-B886-E6EA-8A1769F09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99ECB-23E0-953A-CA13-C5C615B44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2BA3-316F-4934-B517-701977D184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7765C-154F-BCCE-6D7E-DEBD61A15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441BB-ADDF-68AB-3D76-D176C27B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296C-A6B1-42D7-B063-836327D89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43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AB6F0-5113-AE46-B0DF-8B7ABC6E1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6C822-BB24-F19D-65DE-F86CD91CA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4178-373A-6C8C-1799-888B6856D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5EC0D3-EBC0-9B17-595C-71E8E91066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6D376A-286E-082D-1D8A-BFB1DB410A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509B28-75D6-7A81-8E58-5151D1E28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2BA3-316F-4934-B517-701977D184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38126B-30CD-715E-AC71-33A3F38D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A59349-75C5-32C3-AA3F-93F208132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296C-A6B1-42D7-B063-836327D89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715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74463-29FB-ABC8-2FBA-24EC059E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811033-B389-4332-7D2B-16425D592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2BA3-316F-4934-B517-701977D184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4A0E73-4FEE-14EC-49F4-537D8F386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D03A3-D332-E9D8-94D9-C7BDD070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296C-A6B1-42D7-B063-836327D89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985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84F77A-58AB-3400-BE59-714F58C79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2BA3-316F-4934-B517-701977D184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B9DFC2-4007-88C9-626A-843FEA8AC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4C0F5-09B1-0956-10CF-C78373302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296C-A6B1-42D7-B063-836327D89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81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E188-7B9D-3BC9-7C7F-B8210B322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7E300-7DB4-D9CD-A6F4-9C755B778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8143B-CF82-DB9C-2AF3-8A224FF50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F1CB9-942C-73BE-6256-614D4D949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2BA3-316F-4934-B517-701977D184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A0ABA-9F79-4950-F83E-15D2B954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C0AAB-781B-53C0-8CE1-18F769B13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296C-A6B1-42D7-B063-836327D89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338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8A9BA-01F8-6C32-D286-9DF644BFD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7DCAAA-D2BF-0133-EFA7-EB8D9A761B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41EB5-5F3A-9C2E-F96F-8E09A8BD1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9DE29-5DC5-9233-D858-7E12A1820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2BA3-316F-4934-B517-701977D184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2A999-3585-3423-1915-D5284E908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1D8B5-A2A3-F36A-19E3-46331C7D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296C-A6B1-42D7-B063-836327D89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68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BB5DA-CF1C-1012-51E4-837D3D3CF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FB4B2-90C3-8620-680F-1DDCCCC34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E2D7-AA0F-0CDD-46AF-5A8A99B2B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2BA3-316F-4934-B517-701977D184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90B4C-B4F4-4408-1470-DBFC7AC68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87705-9480-042D-66AF-767D4953D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296C-A6B1-42D7-B063-836327D89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865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E55FAF-F9EA-B2F3-11D1-749BCBC25D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4A330-1075-B771-9293-14984B1D9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8C4F1-3D87-968E-871C-8C5E18AC6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2BA3-316F-4934-B517-701977D184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E523D-68F9-09EB-BBBF-41966C66E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8B0B4-B5F7-0DF2-66FC-E5DAC0D2D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1296C-A6B1-42D7-B063-836327D89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622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5A29DC-6473-78FB-21A4-9CD35AEF5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E2B64-0BAD-6D6C-0AE2-52550AA45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6F4B0-B4BA-9045-C924-F9E6CEB59A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A2BA3-316F-4934-B517-701977D1840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F1F42-32C9-3B63-BB28-C75170F8EC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5028F-800A-F95D-7936-E0ABC9D48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1296C-A6B1-42D7-B063-836327D89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03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F5F90-67E7-71B4-FE45-4C4B2F341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8FC72-6A33-F363-88B2-43794E30A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D96B52-767B-E215-7C6A-7330E164F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01" y="0"/>
            <a:ext cx="92765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185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E15EF-DE09-0918-2FDD-22025B63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A773A-FF31-90C6-64B0-8CCB68310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1909DE-A679-0FC2-FD5E-5A887021B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84" y="0"/>
            <a:ext cx="114060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02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67DFB-4F87-2FC5-FADC-5D2F5D22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3B4D-2452-8BF3-C931-AB7E1046F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071F0-60D5-1D45-0C8D-13D2F240B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153" y="709233"/>
            <a:ext cx="6763694" cy="54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68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C48C7-476F-9A7D-0498-DB9BAF89E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7BE97-A37C-DB50-54F3-18B03DBBE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B8D39E-CC00-3B7B-B416-ABD4E1CE3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1163"/>
            <a:ext cx="12192000" cy="343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376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370A7-8A08-624F-F1D8-7E320226DC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B486F4-8DC3-23FA-183B-71A8CED51F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2F3C36-E894-DA52-BC62-9E6A6A3BD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3567"/>
            <a:ext cx="12192000" cy="379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57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Kenny Sandhu</dc:creator>
  <cp:lastModifiedBy>Kenny Sandhu</cp:lastModifiedBy>
  <cp:revision>1</cp:revision>
  <dcterms:created xsi:type="dcterms:W3CDTF">2025-10-07T18:14:41Z</dcterms:created>
  <dcterms:modified xsi:type="dcterms:W3CDTF">2025-10-07T18:41:33Z</dcterms:modified>
</cp:coreProperties>
</file>